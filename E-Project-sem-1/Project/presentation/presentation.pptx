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3" r:id="rId5"/>
    <p:sldId id="258" r:id="rId6"/>
    <p:sldId id="264" r:id="rId7"/>
    <p:sldId id="259" r:id="rId8"/>
    <p:sldId id="261" r:id="rId9"/>
    <p:sldId id="265" r:id="rId10"/>
    <p:sldId id="260" r:id="rId11"/>
    <p:sldId id="26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38" autoAdjust="0"/>
    <p:restoredTop sz="94660"/>
  </p:normalViewPr>
  <p:slideViewPr>
    <p:cSldViewPr snapToGrid="0">
      <p:cViewPr varScale="1">
        <p:scale>
          <a:sx n="65" d="100"/>
          <a:sy n="65" d="100"/>
        </p:scale>
        <p:origin x="96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761E99-EA20-4EC8-8858-3D6030D7DC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F761E99-EA20-4EC8-8858-3D6030D7DC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F761E99-EA20-4EC8-8858-3D6030D7DC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CF761E99-EA20-4EC8-8858-3D6030D7DC7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CF761E99-EA20-4EC8-8858-3D6030D7DC7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761E99-EA20-4EC8-8858-3D6030D7DC7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761E99-EA20-4EC8-8858-3D6030D7DC7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F761E99-EA20-4EC8-8858-3D6030D7DC7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ln>
          <a:effectLst/>
        </p:spPr>
        <p:txBody>
          <a:bodyPr wrap="square" numCol="1" anchor="t" anchorCtr="0" compatLnSpc="1">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3885810" y="6041362"/>
            <a:ext cx="976879" cy="365125"/>
          </a:xfrm>
        </p:spPr>
        <p:txBody>
          <a:bodyPr/>
          <a:lstStyle/>
          <a:p>
            <a:fld id="{CF761E99-EA20-4EC8-8858-3D6030D7DC74}" type="datetimeFigureOut">
              <a:rPr lang="en-US" smtClean="0"/>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9A3189C8-836F-4D40-B11A-ABA4A7BA19F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F761E99-EA20-4EC8-8858-3D6030D7DC7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F761E99-EA20-4EC8-8858-3D6030D7DC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endParaRPr lang="en-US"/>
          </a:p>
        </p:txBody>
      </p:sp>
      <p:sp>
        <p:nvSpPr>
          <p:cNvPr id="2" name="Date Placeholder 1"/>
          <p:cNvSpPr>
            <a:spLocks noGrp="1"/>
          </p:cNvSpPr>
          <p:nvPr>
            <p:ph type="dt" sz="half" idx="10"/>
          </p:nvPr>
        </p:nvSpPr>
        <p:spPr/>
        <p:txBody>
          <a:bodyPr/>
          <a:lstStyle/>
          <a:p>
            <a:fld id="{CF761E99-EA20-4EC8-8858-3D6030D7DC7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F761E99-EA20-4EC8-8858-3D6030D7DC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F761E99-EA20-4EC8-8858-3D6030D7DC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3189C8-836F-4D40-B11A-ABA4A7BA19F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CF761E99-EA20-4EC8-8858-3D6030D7DC74}" type="datetimeFigureOut">
              <a:rPr lang="en-US" smtClean="0"/>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9A3189C8-836F-4D40-B11A-ABA4A7BA19FF}"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3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799715"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199765"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599815"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0001" y="1449147"/>
            <a:ext cx="10572000" cy="2678353"/>
          </a:xfrm>
        </p:spPr>
        <p:txBody>
          <a:bodyPr/>
          <a:lstStyle/>
          <a:p>
            <a:r>
              <a:rPr lang="en-US" dirty="0"/>
              <a:t>Eye conic</a:t>
            </a:r>
            <a:endParaRPr lang="en-US" dirty="0"/>
          </a:p>
        </p:txBody>
      </p:sp>
      <p:sp>
        <p:nvSpPr>
          <p:cNvPr id="3" name="Subtitle 2"/>
          <p:cNvSpPr>
            <a:spLocks noGrp="1"/>
          </p:cNvSpPr>
          <p:nvPr>
            <p:ph type="subTitle" idx="1"/>
          </p:nvPr>
        </p:nvSpPr>
        <p:spPr>
          <a:xfrm>
            <a:off x="520700" y="4432300"/>
            <a:ext cx="10147300" cy="2311400"/>
          </a:xfrm>
        </p:spPr>
        <p:txBody>
          <a:bodyPr>
            <a:normAutofit fontScale="62500" lnSpcReduction="20000"/>
          </a:bodyPr>
          <a:lstStyle/>
          <a:p>
            <a:r>
              <a:rPr lang="en-US" sz="2900" dirty="0"/>
              <a:t>SEE YOUR FUTURE TODAY:</a:t>
            </a:r>
            <a:endParaRPr lang="en-US" sz="2900" dirty="0"/>
          </a:p>
          <a:p>
            <a:pPr algn="l"/>
            <a:r>
              <a:rPr lang="en-US" sz="2600" b="1" u="sng" dirty="0">
                <a:effectLst>
                  <a:outerShdw blurRad="38100" dist="38100" dir="2700000" algn="tl">
                    <a:srgbClr val="000000">
                      <a:alpha val="43137"/>
                    </a:srgbClr>
                  </a:outerShdw>
                </a:effectLst>
              </a:rPr>
              <a:t>PROJECT MEMBERS:</a:t>
            </a:r>
            <a:endParaRPr lang="en-US" sz="2600" b="1" u="sng" dirty="0">
              <a:effectLst>
                <a:outerShdw blurRad="38100" dist="38100" dir="2700000" algn="tl">
                  <a:srgbClr val="000000">
                    <a:alpha val="43137"/>
                  </a:srgbClr>
                </a:outerShdw>
              </a:effectLst>
            </a:endParaRPr>
          </a:p>
          <a:p>
            <a:pPr marL="342900" indent="-342900" algn="l">
              <a:buFont typeface="Arial" panose="020B0604020202020204" pitchFamily="34" charset="0"/>
              <a:buChar char="•"/>
            </a:pPr>
            <a:r>
              <a:rPr lang="en-US" sz="2600" dirty="0">
                <a:effectLst>
                  <a:outerShdw blurRad="38100" dist="38100" dir="2700000" algn="tl">
                    <a:srgbClr val="000000">
                      <a:alpha val="43137"/>
                    </a:srgbClr>
                  </a:outerShdw>
                </a:effectLst>
              </a:rPr>
              <a:t>Hasnan Rizwan.</a:t>
            </a:r>
            <a:endParaRPr lang="en-US" sz="2600" dirty="0">
              <a:effectLst>
                <a:outerShdw blurRad="38100" dist="38100" dir="2700000" algn="tl">
                  <a:srgbClr val="000000">
                    <a:alpha val="43137"/>
                  </a:srgbClr>
                </a:outerShdw>
              </a:effectLst>
            </a:endParaRPr>
          </a:p>
          <a:p>
            <a:pPr marL="342900" indent="-342900" algn="l">
              <a:buFont typeface="Arial" panose="020B0604020202020204" pitchFamily="34" charset="0"/>
              <a:buChar char="•"/>
            </a:pPr>
            <a:r>
              <a:rPr lang="en-US" sz="2600" dirty="0">
                <a:effectLst>
                  <a:outerShdw blurRad="38100" dist="38100" dir="2700000" algn="tl">
                    <a:srgbClr val="000000">
                      <a:alpha val="43137"/>
                    </a:srgbClr>
                  </a:outerShdw>
                </a:effectLst>
              </a:rPr>
              <a:t>Muhammad </a:t>
            </a:r>
            <a:r>
              <a:rPr lang="en-US" sz="2600" dirty="0" err="1">
                <a:effectLst>
                  <a:outerShdw blurRad="38100" dist="38100" dir="2700000" algn="tl">
                    <a:srgbClr val="000000">
                      <a:alpha val="43137"/>
                    </a:srgbClr>
                  </a:outerShdw>
                </a:effectLst>
              </a:rPr>
              <a:t>Ebad</a:t>
            </a:r>
            <a:r>
              <a:rPr lang="en-US" sz="2600" dirty="0">
                <a:effectLst>
                  <a:outerShdw blurRad="38100" dist="38100" dir="2700000" algn="tl">
                    <a:srgbClr val="000000">
                      <a:alpha val="43137"/>
                    </a:srgbClr>
                  </a:outerShdw>
                </a:effectLst>
              </a:rPr>
              <a:t> Sheikh.                                                                                                              </a:t>
            </a:r>
            <a:endParaRPr lang="en-US" sz="2600" dirty="0">
              <a:effectLst>
                <a:outerShdw blurRad="38100" dist="38100" dir="2700000" algn="tl">
                  <a:srgbClr val="000000">
                    <a:alpha val="43137"/>
                  </a:srgbClr>
                </a:outerShdw>
              </a:effectLst>
            </a:endParaRPr>
          </a:p>
          <a:p>
            <a:pPr marL="342900" indent="-342900" algn="l">
              <a:buFont typeface="Arial" panose="020B0604020202020204" pitchFamily="34" charset="0"/>
              <a:buChar char="•"/>
            </a:pPr>
            <a:r>
              <a:rPr lang="en-US" sz="2600" dirty="0">
                <a:effectLst>
                  <a:outerShdw blurRad="38100" dist="38100" dir="2700000" algn="tl">
                    <a:srgbClr val="000000">
                      <a:alpha val="43137"/>
                    </a:srgbClr>
                  </a:outerShdw>
                </a:effectLst>
              </a:rPr>
              <a:t>Humda Zehra.           </a:t>
            </a:r>
            <a:endParaRPr lang="en-US" sz="2600" dirty="0">
              <a:effectLst>
                <a:outerShdw blurRad="38100" dist="38100" dir="2700000" algn="tl">
                  <a:srgbClr val="000000">
                    <a:alpha val="43137"/>
                  </a:srgbClr>
                </a:outerShdw>
              </a:effectLst>
            </a:endParaRPr>
          </a:p>
          <a:p>
            <a:pPr marL="342900" indent="-342900" algn="l">
              <a:buFont typeface="Arial" panose="020B0604020202020204" pitchFamily="34" charset="0"/>
              <a:buChar char="•"/>
            </a:pPr>
            <a:r>
              <a:rPr lang="en-US" sz="2600" dirty="0">
                <a:effectLst>
                  <a:outerShdw blurRad="38100" dist="38100" dir="2700000" algn="tl">
                    <a:srgbClr val="000000">
                      <a:alpha val="43137"/>
                    </a:srgbClr>
                  </a:outerShdw>
                </a:effectLst>
              </a:rPr>
              <a:t>Sundus Zahid.                                                                                                                                                                                        </a:t>
            </a:r>
            <a:endParaRPr lang="en-US" sz="2600" dirty="0">
              <a:effectLst>
                <a:outerShdw blurRad="38100" dist="38100" dir="2700000" algn="tl">
                  <a:srgbClr val="000000">
                    <a:alpha val="43137"/>
                  </a:srgbClr>
                </a:outerShdw>
              </a:effectLst>
            </a:endParaRPr>
          </a:p>
          <a:p>
            <a:pPr marL="342900" indent="-342900" algn="l">
              <a:buFont typeface="Arial" panose="020B0604020202020204" pitchFamily="34" charset="0"/>
              <a:buChar char="•"/>
            </a:pPr>
            <a:r>
              <a:rPr lang="en-US" sz="2600" dirty="0">
                <a:effectLst>
                  <a:outerShdw blurRad="38100" dist="38100" dir="2700000" algn="tl">
                    <a:srgbClr val="000000">
                      <a:alpha val="43137"/>
                    </a:srgbClr>
                  </a:outerShdw>
                </a:effectLst>
              </a:rPr>
              <a:t>Muhammad Sufiyan.                                                                                                        </a:t>
            </a:r>
            <a:endParaRPr lang="en-US" sz="2600" dirty="0">
              <a:effectLst>
                <a:outerShdw blurRad="38100" dist="38100" dir="2700000" algn="tl">
                  <a:srgbClr val="000000">
                    <a:alpha val="43137"/>
                  </a:srgbClr>
                </a:outerShdw>
              </a:effectLst>
            </a:endParaRPr>
          </a:p>
          <a:p>
            <a:pPr marL="342900" indent="-342900" algn="l">
              <a:buFont typeface="Arial" panose="020B0604020202020204" pitchFamily="34" charset="0"/>
              <a:buChar char="•"/>
            </a:pPr>
            <a:endParaRPr lang="en-US" sz="2600" dirty="0">
              <a:effectLst>
                <a:outerShdw blurRad="38100" dist="38100" dir="2700000" algn="tl">
                  <a:srgbClr val="000000">
                    <a:alpha val="43137"/>
                  </a:srgbClr>
                </a:outerShdw>
              </a:effectLst>
            </a:endParaRPr>
          </a:p>
          <a:p>
            <a:pPr marL="342900" indent="-342900" algn="l">
              <a:buFont typeface="Arial" panose="020B0604020202020204" pitchFamily="34" charset="0"/>
              <a:buChar char="•"/>
            </a:pPr>
            <a:endParaRPr lang="en-US" sz="2600" dirty="0"/>
          </a:p>
        </p:txBody>
      </p:sp>
      <p:pic>
        <p:nvPicPr>
          <p:cNvPr id="5" name="Picture 4" descr="A display of glasses on a wall&#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96200" y="3587205"/>
            <a:ext cx="3207425" cy="26783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500" fill="hold"/>
                                        <p:tgtEl>
                                          <p:spTgt spid="2"/>
                                        </p:tgtEl>
                                        <p:attrNameLst>
                                          <p:attrName>style.color</p:attrName>
                                        </p:attrNameLst>
                                      </p:cBhvr>
                                      <p:by>
                                        <p:hsl h="0" s="-12549" l="-25098"/>
                                      </p:by>
                                    </p:animClr>
                                    <p:animClr clrSpc="hsl" dir="cw">
                                      <p:cBhvr>
                                        <p:cTn id="7" dur="500" fill="hold"/>
                                        <p:tgtEl>
                                          <p:spTgt spid="2"/>
                                        </p:tgtEl>
                                        <p:attrNameLst>
                                          <p:attrName>fillcolor</p:attrName>
                                        </p:attrNameLst>
                                      </p:cBhvr>
                                      <p:by>
                                        <p:hsl h="0" s="-12549" l="-25098"/>
                                      </p:by>
                                    </p:animClr>
                                    <p:animClr clrSpc="hsl" dir="cw">
                                      <p:cBhvr>
                                        <p:cTn id="8" dur="500" fill="hold"/>
                                        <p:tgtEl>
                                          <p:spTgt spid="2"/>
                                        </p:tgtEl>
                                        <p:attrNameLst>
                                          <p:attrName>stroke.color</p:attrName>
                                        </p:attrNameLst>
                                      </p:cBhvr>
                                      <p:by>
                                        <p:hsl h="0" s="-12549" l="-25098"/>
                                      </p:by>
                                    </p:animClr>
                                    <p:set>
                                      <p:cBhvr>
                                        <p:cTn id="9" dur="500" fill="hold"/>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AND LOGO:</a:t>
            </a:r>
            <a:endParaRPr lang="en-US" dirty="0"/>
          </a:p>
        </p:txBody>
      </p:sp>
      <p:sp>
        <p:nvSpPr>
          <p:cNvPr id="3" name="Content Placeholder 2"/>
          <p:cNvSpPr>
            <a:spLocks noGrp="1"/>
          </p:cNvSpPr>
          <p:nvPr>
            <p:ph idx="1"/>
          </p:nvPr>
        </p:nvSpPr>
        <p:spPr/>
        <p:txBody>
          <a:bodyPr>
            <a:normAutofit/>
          </a:bodyPr>
          <a:lstStyle/>
          <a:p>
            <a:pPr marL="0" indent="0">
              <a:buNone/>
            </a:pPr>
            <a:r>
              <a:rPr lang="en-US" sz="2000" dirty="0">
                <a:latin typeface="Book Antiqua" panose="02040602050305030304" pitchFamily="18" charset="0"/>
              </a:rPr>
              <a:t>GIVEN  INSTRUCTIONS:</a:t>
            </a:r>
            <a:endParaRPr lang="en-US" sz="2000" dirty="0">
              <a:latin typeface="Book Antiqua" panose="02040602050305030304" pitchFamily="18" charset="0"/>
            </a:endParaRPr>
          </a:p>
          <a:p>
            <a:pPr marL="0" indent="0">
              <a:buNone/>
            </a:pPr>
            <a:r>
              <a:rPr lang="en-US" sz="1600" dirty="0">
                <a:latin typeface="Bahnschrift SemiBold" panose="020B0502040204020203" pitchFamily="34" charset="0"/>
              </a:rPr>
              <a:t>THE HOME PAGE SHOULD BE CREATED WITH PROPER SECTION AND SUITABLE LOGO.</a:t>
            </a:r>
            <a:endParaRPr lang="en-US" sz="1600" dirty="0">
              <a:latin typeface="Bahnschrift SemiBold" panose="020B0502040204020203" pitchFamily="34" charset="0"/>
            </a:endParaRPr>
          </a:p>
          <a:p>
            <a:pPr marL="0" indent="0">
              <a:buNone/>
            </a:pPr>
            <a:r>
              <a:rPr lang="en-US" sz="1400" b="1" dirty="0">
                <a:latin typeface="Bahnschrift SemiBold" panose="020B0502040204020203" pitchFamily="34" charset="0"/>
              </a:rPr>
              <a:t>Header (Navigation Bar),</a:t>
            </a:r>
            <a:r>
              <a:rPr lang="en-US" sz="1400" dirty="0">
                <a:latin typeface="Bahnschrift SemiBold" panose="020B0502040204020203" pitchFamily="34" charset="0"/>
              </a:rPr>
              <a:t> Hero Section (First Impression), About </a:t>
            </a:r>
            <a:r>
              <a:rPr lang="en-US" sz="1400" dirty="0" err="1">
                <a:latin typeface="Bahnschrift SemiBold" panose="020B0502040204020203" pitchFamily="34" charset="0"/>
              </a:rPr>
              <a:t>Eyeonic</a:t>
            </a:r>
            <a:r>
              <a:rPr lang="en-US" sz="1400" dirty="0">
                <a:latin typeface="Bahnschrift SemiBold" panose="020B0502040204020203" pitchFamily="34" charset="0"/>
              </a:rPr>
              <a:t>,</a:t>
            </a:r>
            <a:r>
              <a:rPr lang="en-US" sz="1400" b="1" dirty="0">
                <a:latin typeface="Bahnschrift SemiBold" panose="020B0502040204020203" pitchFamily="34" charset="0"/>
              </a:rPr>
              <a:t> Products , SOCIAL PROOF(CUSTOMER REVIEWS), ACTION SECTION(CONTACT FORM), FOOTER(SOCIAL LINKS).</a:t>
            </a:r>
            <a:endParaRPr lang="en-US" sz="1400" b="1" dirty="0">
              <a:latin typeface="Bahnschrift SemiBold" panose="020B0502040204020203" pitchFamily="34" charset="0"/>
            </a:endParaRPr>
          </a:p>
          <a:p>
            <a:pPr marL="0" indent="0">
              <a:buNone/>
            </a:pPr>
            <a:endParaRPr lang="en-US" sz="1200" b="1" dirty="0"/>
          </a:p>
          <a:p>
            <a:pPr marL="0" indent="0">
              <a:buNone/>
            </a:pPr>
            <a:endParaRPr lang="en-US" sz="1800" dirty="0">
              <a:latin typeface="Bahnschrift SemiBold" panose="020B0502040204020203" pitchFamily="34" charset="0"/>
            </a:endParaRPr>
          </a:p>
          <a:p>
            <a:pPr marL="0" indent="0">
              <a:buNone/>
            </a:pPr>
            <a:r>
              <a:rPr lang="en-US" sz="1800" dirty="0">
                <a:latin typeface="Bahnschrift SemiBold" panose="020B0502040204020203" pitchFamily="34" charset="0"/>
              </a:rPr>
              <a:t>RESULTS:</a:t>
            </a:r>
            <a:endParaRPr lang="en-US" sz="1800" dirty="0">
              <a:latin typeface="Bahnschrift SemiBold" panose="020B0502040204020203" pitchFamily="34" charset="0"/>
            </a:endParaRPr>
          </a:p>
          <a:p>
            <a:pPr marL="0" indent="0">
              <a:buNone/>
            </a:pPr>
            <a:endParaRPr lang="en-US" sz="1800" dirty="0">
              <a:latin typeface="Bahnschrift SemiBold" panose="020B0502040204020203" pitchFamily="34" charset="0"/>
            </a:endParaRPr>
          </a:p>
          <a:p>
            <a:pPr marL="0" indent="0">
              <a:buNone/>
            </a:pPr>
            <a:endParaRPr lang="en-US" sz="1800" dirty="0">
              <a:latin typeface="Bahnschrift SemiBold" panose="020B0502040204020203" pitchFamily="34" charset="0"/>
            </a:endParaRPr>
          </a:p>
        </p:txBody>
      </p:sp>
      <p:pic>
        <p:nvPicPr>
          <p:cNvPr id="11" name="Picture 10" descr="A screenshot of a web page&#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10200" y="4038600"/>
            <a:ext cx="5334000" cy="2454274"/>
          </a:xfrm>
          <a:prstGeom prst="rect">
            <a:avLst/>
          </a:prstGeom>
        </p:spPr>
      </p:pic>
      <p:pic>
        <p:nvPicPr>
          <p:cNvPr id="13" name="Picture 12" descr="A screenshot of a computer&#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199" y="4038600"/>
            <a:ext cx="4622491" cy="24542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p:cTn id="28"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Registration:</a:t>
            </a:r>
            <a:endParaRPr lang="en-US" dirty="0"/>
          </a:p>
        </p:txBody>
      </p:sp>
      <p:sp>
        <p:nvSpPr>
          <p:cNvPr id="3" name="Content Placeholder 2"/>
          <p:cNvSpPr>
            <a:spLocks noGrp="1"/>
          </p:cNvSpPr>
          <p:nvPr>
            <p:ph idx="1"/>
          </p:nvPr>
        </p:nvSpPr>
        <p:spPr/>
        <p:txBody>
          <a:bodyPr/>
          <a:lstStyle/>
          <a:p>
            <a:pPr marL="0" indent="0">
              <a:buNone/>
            </a:pPr>
            <a:r>
              <a:rPr lang="en-US" dirty="0"/>
              <a:t>If any person want to register on our website they can easily register their </a:t>
            </a:r>
            <a:endParaRPr lang="en-US" dirty="0"/>
          </a:p>
          <a:p>
            <a:pPr marL="0" indent="0">
              <a:buNone/>
            </a:pPr>
            <a:r>
              <a:rPr lang="en-US" dirty="0"/>
              <a:t>by completing registration form requirement.</a:t>
            </a:r>
            <a:endParaRPr lang="en-US" dirty="0"/>
          </a:p>
          <a:p>
            <a:pPr marL="0" indent="0">
              <a:buNone/>
            </a:pPr>
            <a:endParaRPr lang="en-US" dirty="0"/>
          </a:p>
        </p:txBody>
      </p:sp>
      <p:pic>
        <p:nvPicPr>
          <p:cNvPr id="7" name="Picture 6" descr="A screenshot of a login form&#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042399" y="2222287"/>
            <a:ext cx="2981603" cy="4048825"/>
          </a:xfrm>
          <a:prstGeom prst="rect">
            <a:avLst/>
          </a:prstGeom>
        </p:spPr>
      </p:pic>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5738" y="365125"/>
            <a:ext cx="7900525" cy="1325563"/>
          </a:xfrm>
        </p:spPr>
        <p:txBody>
          <a:bodyPr>
            <a:normAutofit/>
          </a:bodyPr>
          <a:lstStyle/>
          <a:p>
            <a:r>
              <a:rPr lang="en-US" dirty="0"/>
              <a:t>Products their description and purchase:</a:t>
            </a:r>
            <a:endParaRPr lang="en-US" dirty="0"/>
          </a:p>
        </p:txBody>
      </p:sp>
      <p:pic>
        <p:nvPicPr>
          <p:cNvPr id="6" name="Content Placeholder 5"/>
          <p:cNvPicPr>
            <a:picLocks noChangeAspect="1"/>
          </p:cNvPicPr>
          <p:nvPr>
            <p:ph idx="1"/>
          </p:nvPr>
        </p:nvPicPr>
        <p:blipFill>
          <a:blip r:embed="rId1"/>
          <a:stretch>
            <a:fillRect/>
          </a:stretch>
        </p:blipFill>
        <p:spPr>
          <a:xfrm>
            <a:off x="2157730" y="2222500"/>
            <a:ext cx="7875270" cy="3636010"/>
          </a:xfrm>
          <a:prstGeom prst="rect">
            <a:avLst/>
          </a:prstGeom>
        </p:spPr>
      </p:pic>
    </p:spTree>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17639"/>
            <a:ext cx="11988800" cy="5326062"/>
          </a:xfrm>
        </p:spPr>
        <p:txBody>
          <a:bodyPr/>
          <a:lstStyle/>
          <a:p>
            <a:pPr marL="0" indent="0">
              <a:buNone/>
            </a:pPr>
            <a:r>
              <a:rPr lang="en-US" dirty="0"/>
              <a:t>Given instructions:</a:t>
            </a:r>
            <a:endParaRPr lang="en-US" dirty="0"/>
          </a:p>
          <a:p>
            <a:pPr marL="0" indent="0">
              <a:buNone/>
            </a:pPr>
            <a:r>
              <a:rPr lang="en-US" dirty="0"/>
              <a:t>Another category option for ‘Contact Lenses’, ‘Sun Glasses’ etc. should be created and accordingly the products should be listed.</a:t>
            </a:r>
            <a:endParaRPr lang="en-US" dirty="0"/>
          </a:p>
          <a:p>
            <a:pPr marL="0" indent="0">
              <a:buNone/>
            </a:pPr>
            <a:r>
              <a:rPr lang="en-US" dirty="0"/>
              <a:t>Result:</a:t>
            </a:r>
            <a:endParaRPr lang="en-US" dirty="0"/>
          </a:p>
          <a:p>
            <a:pPr marL="0" indent="0">
              <a:buNone/>
            </a:pPr>
            <a:endParaRPr lang="en-US" dirty="0"/>
          </a:p>
          <a:p>
            <a:pPr marL="0" indent="0">
              <a:buNone/>
            </a:pPr>
            <a:endParaRPr lang="en-US" dirty="0"/>
          </a:p>
        </p:txBody>
      </p:sp>
      <p:pic>
        <p:nvPicPr>
          <p:cNvPr id="4" name="Picture 3"/>
          <p:cNvPicPr>
            <a:picLocks noChangeAspect="1"/>
          </p:cNvPicPr>
          <p:nvPr/>
        </p:nvPicPr>
        <p:blipFill>
          <a:blip r:embed="rId1"/>
          <a:stretch>
            <a:fillRect/>
          </a:stretch>
        </p:blipFill>
        <p:spPr>
          <a:xfrm>
            <a:off x="623570" y="4462145"/>
            <a:ext cx="5472430" cy="1761490"/>
          </a:xfrm>
          <a:prstGeom prst="rect">
            <a:avLst/>
          </a:prstGeom>
        </p:spPr>
      </p:pic>
      <p:pic>
        <p:nvPicPr>
          <p:cNvPr id="6" name="Picture 5"/>
          <p:cNvPicPr>
            <a:picLocks noChangeAspect="1"/>
          </p:cNvPicPr>
          <p:nvPr/>
        </p:nvPicPr>
        <p:blipFill>
          <a:blip r:embed="rId2"/>
          <a:stretch>
            <a:fillRect/>
          </a:stretch>
        </p:blipFill>
        <p:spPr>
          <a:xfrm>
            <a:off x="6179820" y="4454525"/>
            <a:ext cx="5705475" cy="17691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Given Instructions:</a:t>
            </a:r>
            <a:endParaRPr lang="en-US" dirty="0"/>
          </a:p>
          <a:p>
            <a:r>
              <a:rPr lang="en-US" dirty="0"/>
              <a:t>When user select any brand the product of that’s brand should be displayed.</a:t>
            </a:r>
            <a:endParaRPr lang="en-US" dirty="0"/>
          </a:p>
          <a:p>
            <a:pPr marL="0" indent="0">
              <a:buNone/>
            </a:pPr>
            <a:r>
              <a:rPr lang="en-US" dirty="0"/>
              <a:t>Results:</a:t>
            </a:r>
            <a:endParaRPr lang="en-US" dirty="0"/>
          </a:p>
          <a:p>
            <a:pPr marL="0" indent="0">
              <a:buNone/>
            </a:pPr>
            <a:r>
              <a:rPr lang="en-US" dirty="0"/>
              <a:t>As per requirement we can make that cards when a person select that it display that brand</a:t>
            </a:r>
            <a:endParaRPr lang="en-US" dirty="0"/>
          </a:p>
          <a:p>
            <a:r>
              <a:rPr lang="en-US" dirty="0"/>
              <a:t>We make three buttons </a:t>
            </a:r>
            <a:endParaRPr lang="en-US" dirty="0"/>
          </a:p>
          <a:p>
            <a:pPr marL="0" indent="0">
              <a:buNone/>
            </a:pPr>
            <a:r>
              <a:rPr lang="en-US" dirty="0"/>
              <a:t>New arrivals,  Best sellers,  Top Rates</a:t>
            </a:r>
            <a:endParaRPr lang="en-US" dirty="0"/>
          </a:p>
          <a:p>
            <a:pPr marL="0" indent="0">
              <a:buNone/>
            </a:pPr>
            <a:r>
              <a:rPr lang="en-US" dirty="0"/>
              <a:t>Were every one easily visited and see the brands top rates, best sellers, and the new arrivals</a:t>
            </a:r>
            <a:endParaRPr lang="en-US" dirty="0"/>
          </a:p>
          <a:p>
            <a:pPr marL="0" indent="0">
              <a:buNone/>
            </a:pPr>
            <a:endParaRPr lang="en-US" dirty="0"/>
          </a:p>
        </p:txBody>
      </p:sp>
      <p:pic>
        <p:nvPicPr>
          <p:cNvPr id="11" name="Picture 10" descr="A collage of a person's face&#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1057" y="5415850"/>
            <a:ext cx="3042090" cy="1314907"/>
          </a:xfrm>
          <a:prstGeom prst="rect">
            <a:avLst/>
          </a:prstGeom>
        </p:spPr>
      </p:pic>
      <p:pic>
        <p:nvPicPr>
          <p:cNvPr id="2" name="Picture 1"/>
          <p:cNvPicPr>
            <a:picLocks noChangeAspect="1"/>
          </p:cNvPicPr>
          <p:nvPr/>
        </p:nvPicPr>
        <p:blipFill>
          <a:blip r:embed="rId2"/>
          <a:stretch>
            <a:fillRect/>
          </a:stretch>
        </p:blipFill>
        <p:spPr>
          <a:xfrm>
            <a:off x="4123055" y="5431155"/>
            <a:ext cx="4615180" cy="1299845"/>
          </a:xfrm>
          <a:prstGeom prst="rect">
            <a:avLst/>
          </a:prstGeom>
        </p:spPr>
      </p:pic>
      <p:pic>
        <p:nvPicPr>
          <p:cNvPr id="4" name="Picture 3"/>
          <p:cNvPicPr>
            <a:picLocks noChangeAspect="1"/>
          </p:cNvPicPr>
          <p:nvPr/>
        </p:nvPicPr>
        <p:blipFill>
          <a:blip r:embed="rId3"/>
          <a:stretch>
            <a:fillRect/>
          </a:stretch>
        </p:blipFill>
        <p:spPr>
          <a:xfrm>
            <a:off x="8964930" y="5415915"/>
            <a:ext cx="3093085" cy="12839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DISCRIPTION:</a:t>
            </a:r>
            <a:endParaRPr lang="en-US" dirty="0"/>
          </a:p>
        </p:txBody>
      </p:sp>
      <p:sp>
        <p:nvSpPr>
          <p:cNvPr id="7" name="Content Placeholder 6"/>
          <p:cNvSpPr>
            <a:spLocks noGrp="1"/>
          </p:cNvSpPr>
          <p:nvPr>
            <p:ph idx="1"/>
          </p:nvPr>
        </p:nvSpPr>
        <p:spPr/>
        <p:txBody>
          <a:bodyPr/>
          <a:lstStyle/>
          <a:p>
            <a:r>
              <a:rPr lang="en-US" dirty="0"/>
              <a:t>This eye conic website is a  user friendly website deign to provide the best services and better known for the brands of the glasses .the website is design using html, </a:t>
            </a:r>
            <a:r>
              <a:rPr lang="en-US" dirty="0" err="1"/>
              <a:t>css</a:t>
            </a:r>
            <a:r>
              <a:rPr lang="en-US" dirty="0"/>
              <a:t> for style java script for the function/ </a:t>
            </a:r>
            <a:r>
              <a:rPr lang="en-US" dirty="0" err="1"/>
              <a:t>intereactivety</a:t>
            </a:r>
            <a:r>
              <a:rPr lang="en-US" dirty="0"/>
              <a:t> it is the responsive website to make it responsive bootstrap is used this website ensures seamless performance across all devices.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us:</a:t>
            </a:r>
            <a:endParaRPr lang="en-US" dirty="0"/>
          </a:p>
        </p:txBody>
      </p:sp>
      <p:sp>
        <p:nvSpPr>
          <p:cNvPr id="3" name="Content Placeholder 2"/>
          <p:cNvSpPr>
            <a:spLocks noGrp="1"/>
          </p:cNvSpPr>
          <p:nvPr>
            <p:ph idx="1"/>
          </p:nvPr>
        </p:nvSpPr>
        <p:spPr>
          <a:xfrm>
            <a:off x="818712" y="1578077"/>
            <a:ext cx="10554574" cy="4984956"/>
          </a:xfrm>
        </p:spPr>
        <p:txBody>
          <a:bodyPr/>
          <a:lstStyle/>
          <a:p>
            <a:pPr marL="0" indent="0">
              <a:buNone/>
            </a:pPr>
            <a:r>
              <a:rPr lang="en-US" dirty="0"/>
              <a:t>Given instruction:</a:t>
            </a:r>
            <a:endParaRPr lang="en-US" dirty="0"/>
          </a:p>
          <a:p>
            <a:pPr marL="0" indent="0">
              <a:buNone/>
            </a:pPr>
            <a:r>
              <a:rPr lang="en-US" dirty="0"/>
              <a:t>There should be a "Contact Us" page which will have the Address of the Company as well as the mail address which when clicked will invoke the local mail client from where they can send an email.</a:t>
            </a:r>
            <a:endParaRPr lang="en-US" dirty="0"/>
          </a:p>
          <a:p>
            <a:pPr marL="0" indent="0">
              <a:buNone/>
            </a:pPr>
            <a:r>
              <a:rPr lang="en-US" dirty="0"/>
              <a:t>Result:</a:t>
            </a:r>
            <a:endParaRPr lang="en-US" dirty="0"/>
          </a:p>
          <a:p>
            <a:pPr marL="0" indent="0">
              <a:buNone/>
            </a:pPr>
            <a:endParaRPr lang="en-US" dirty="0"/>
          </a:p>
        </p:txBody>
      </p:sp>
      <p:pic>
        <p:nvPicPr>
          <p:cNvPr id="4" name="Picture 3"/>
          <p:cNvPicPr>
            <a:picLocks noChangeAspect="1"/>
          </p:cNvPicPr>
          <p:nvPr/>
        </p:nvPicPr>
        <p:blipFill>
          <a:blip r:embed="rId1"/>
          <a:stretch>
            <a:fillRect/>
          </a:stretch>
        </p:blipFill>
        <p:spPr>
          <a:xfrm>
            <a:off x="2896870" y="4304030"/>
            <a:ext cx="7674610" cy="23475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features:</a:t>
            </a:r>
            <a:endParaRPr lang="en-US" dirty="0"/>
          </a:p>
        </p:txBody>
      </p:sp>
      <p:sp>
        <p:nvSpPr>
          <p:cNvPr id="3" name="Content Placeholder 2"/>
          <p:cNvSpPr>
            <a:spLocks noGrp="1"/>
          </p:cNvSpPr>
          <p:nvPr>
            <p:ph idx="1"/>
          </p:nvPr>
        </p:nvSpPr>
        <p:spPr>
          <a:xfrm>
            <a:off x="215900" y="2890684"/>
            <a:ext cx="11671300" cy="4763729"/>
          </a:xfrm>
        </p:spPr>
        <p:txBody>
          <a:bodyPr>
            <a:normAutofit fontScale="92500" lnSpcReduction="10000"/>
          </a:bodyPr>
          <a:lstStyle/>
          <a:p>
            <a:pPr marL="0" indent="0">
              <a:buNone/>
            </a:pPr>
            <a:r>
              <a:rPr lang="en-US" b="1" dirty="0"/>
              <a:t>Responsive design:</a:t>
            </a:r>
            <a:endParaRPr lang="en-US" b="1" dirty="0"/>
          </a:p>
          <a:p>
            <a:pPr marL="0" indent="0">
              <a:buNone/>
            </a:pPr>
            <a:r>
              <a:rPr lang="en-US" dirty="0"/>
              <a:t>A </a:t>
            </a:r>
            <a:r>
              <a:rPr lang="en-US" b="1" dirty="0"/>
              <a:t>responsive website</a:t>
            </a:r>
            <a:r>
              <a:rPr lang="en-US" dirty="0"/>
              <a:t> is a site designed to adapt seamlessly to different screen sizes and devices. It ensures optimal user experience by adjusting layout, images, and navigation based on the screen width. Using technologies like </a:t>
            </a:r>
            <a:r>
              <a:rPr lang="en-US" b="1" dirty="0"/>
              <a:t>CSS media queries, flexbox, and grid</a:t>
            </a:r>
            <a:r>
              <a:rPr lang="en-US" dirty="0"/>
              <a:t>, responsive design eliminates the need for separate mobile and desktop versions. </a:t>
            </a:r>
            <a:endParaRPr lang="en-US" dirty="0"/>
          </a:p>
          <a:p>
            <a:pPr marL="0" indent="0">
              <a:buNone/>
            </a:pPr>
            <a:r>
              <a:rPr lang="en-US" b="1" dirty="0"/>
              <a:t>Interactive content:</a:t>
            </a:r>
            <a:endParaRPr lang="en-US" b="1" dirty="0"/>
          </a:p>
          <a:p>
            <a:pPr marL="0" indent="0">
              <a:buNone/>
            </a:pPr>
            <a:r>
              <a:rPr lang="en-US" dirty="0"/>
              <a:t>Finding the perfect pair of glasses has never been easier! Our website offers </a:t>
            </a:r>
            <a:r>
              <a:rPr lang="en-US" b="1" dirty="0"/>
              <a:t>fun and interactive features</a:t>
            </a:r>
            <a:r>
              <a:rPr lang="en-US" dirty="0"/>
              <a:t> to help you choose the best frames enjoy a smooth engaging  and hassle free shopping find prefect glasses.</a:t>
            </a:r>
            <a:endParaRPr lang="en-US" dirty="0"/>
          </a:p>
          <a:p>
            <a:pPr marL="0" indent="0">
              <a:buNone/>
            </a:pPr>
            <a:r>
              <a:rPr lang="en-US" b="1" dirty="0"/>
              <a:t>User friendly:</a:t>
            </a:r>
            <a:endParaRPr lang="en-US" b="1" dirty="0"/>
          </a:p>
          <a:p>
            <a:pPr marL="0" indent="0">
              <a:buNone/>
            </a:pPr>
            <a:r>
              <a:rPr lang="en-US" dirty="0"/>
              <a:t>Bootstrap navigation bar ensure users can easily navigate through different sessions upcoming styles and update and more over improve user experience.</a:t>
            </a:r>
            <a:endParaRPr lang="en-US" dirty="0"/>
          </a:p>
          <a:p>
            <a:pPr marL="0" indent="0">
              <a:buNone/>
            </a:pPr>
            <a:r>
              <a:rPr lang="en-US" b="1" dirty="0"/>
              <a:t>Visually appealing:</a:t>
            </a:r>
            <a:endParaRPr lang="en-US" b="1" dirty="0"/>
          </a:p>
          <a:p>
            <a:pPr marL="0" indent="0">
              <a:buNone/>
            </a:pPr>
            <a:r>
              <a:rPr lang="en-US" dirty="0"/>
              <a:t>Layout:</a:t>
            </a:r>
            <a:endParaRPr lang="en-US" dirty="0"/>
          </a:p>
          <a:p>
            <a:pPr marL="0" indent="0">
              <a:buNone/>
            </a:pPr>
            <a:r>
              <a:rPr lang="en-US" dirty="0"/>
              <a:t>The website is design with CSS to ensure a clean professional and visually appealing layout typography , animations are crafted to enhance user experience</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en-US" dirty="0"/>
          </a:p>
        </p:txBody>
      </p:sp>
      <p:sp>
        <p:nvSpPr>
          <p:cNvPr id="3" name="Content Placeholder 2"/>
          <p:cNvSpPr>
            <a:spLocks noGrp="1"/>
          </p:cNvSpPr>
          <p:nvPr>
            <p:ph idx="1"/>
          </p:nvPr>
        </p:nvSpPr>
        <p:spPr/>
        <p:txBody>
          <a:bodyPr/>
          <a:lstStyle/>
          <a:p>
            <a:pPr marL="0" indent="0">
              <a:buNone/>
            </a:pPr>
            <a:r>
              <a:rPr lang="en-US" dirty="0"/>
              <a:t>We appreciate you stopping by and exploring our collection of stylish glasses. 😊 Whether you're looking for the perfect pair or just browsing, we’re here to help! Feel free to try our </a:t>
            </a:r>
            <a:r>
              <a:rPr lang="en-US" b="1" dirty="0"/>
              <a:t>interactive features</a:t>
            </a:r>
            <a:r>
              <a:rPr lang="en-US" dirty="0"/>
              <a:t> and find the best fit for you.</a:t>
            </a:r>
            <a:endParaRPr lang="en-US" dirty="0"/>
          </a:p>
          <a:p>
            <a:pPr marL="0" indent="0">
              <a:buNone/>
            </a:pPr>
            <a:r>
              <a:rPr lang="en-US" dirty="0"/>
              <a:t> </a:t>
            </a:r>
            <a:endParaRPr lang="en-US" dirty="0"/>
          </a:p>
          <a:p>
            <a:pPr marL="0" indent="0">
              <a:buNone/>
            </a:pPr>
            <a:r>
              <a:rPr lang="en-US" dirty="0"/>
              <a:t>See you soon again thankyou!</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d"/>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TM03457503[[fn=Quotable]]</Template>
  <TotalTime>0</TotalTime>
  <Words>3326</Words>
  <Application>WPS Presentation</Application>
  <PresentationFormat>Widescreen</PresentationFormat>
  <Paragraphs>80</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Wingdings 2</vt:lpstr>
      <vt:lpstr>Wingdings</vt:lpstr>
      <vt:lpstr>Book Antiqua</vt:lpstr>
      <vt:lpstr>Bahnschrift SemiBold</vt:lpstr>
      <vt:lpstr>Century Gothic</vt:lpstr>
      <vt:lpstr>Microsoft YaHei</vt:lpstr>
      <vt:lpstr>Arial Unicode MS</vt:lpstr>
      <vt:lpstr>Calibri</vt:lpstr>
      <vt:lpstr>Quotable</vt:lpstr>
      <vt:lpstr>Eye conic</vt:lpstr>
      <vt:lpstr>NAVIGATION BAR AND LOGO:</vt:lpstr>
      <vt:lpstr>Registration:</vt:lpstr>
      <vt:lpstr>Products their description and purchase:</vt:lpstr>
      <vt:lpstr>PowerPoint 演示文稿</vt:lpstr>
      <vt:lpstr>PowerPoint 演示文稿</vt:lpstr>
      <vt:lpstr>DISCRIPTION:</vt:lpstr>
      <vt:lpstr>Contact us:</vt:lpstr>
      <vt:lpstr>Key features: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pcs</dc:creator>
  <cp:lastModifiedBy>GOODLUCK</cp:lastModifiedBy>
  <cp:revision>4</cp:revision>
  <dcterms:created xsi:type="dcterms:W3CDTF">2025-03-13T13:16:00Z</dcterms:created>
  <dcterms:modified xsi:type="dcterms:W3CDTF">2025-03-26T12:07:58Z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EEA95DADA598409583FD72DFBCE1A83E_13</vt:lpwstr>
  </property>
  <property fmtid="{D5CDD505-2E9C-101B-9397-08002B2CF9AE}" pid="3" name="KSOProductBuildVer">
    <vt:lpwstr>2057-12.2.0.20326</vt:lpwstr>
  </property>
</Properties>
</file>